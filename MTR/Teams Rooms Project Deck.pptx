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Teams Rooms project · engineer's briefing Passwordless and cloud identity for 50 meeting rooms One account at a time. Each one tested before the next. Phase 1 · Passwordless Phase 2 · Cloud identity Phase 3 · Retire and clo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The project makes two changes per account Phase 1 · Passwordless Rooms stop needing a password Teams Rooms Pro Management gives each room device its own device-bound sign-in. After a restart it signs itself back in. Then the account's password is scrambled. Phase 2 · Cloud identity Entra owns the accounts, not AD Each RoomList, then each room account, moves its source of authority from on-premises AD to Microsoft Entra. Then, in Phase 3, the old AD objects are retired. Teams Rooms project · 02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50 rooms move in two batches per phase 46 Android rooms Recovery is a sign-out from Pro Management. Any Android version that could install during a window is paused first. 4 Windows rooms Sign-out doesn't revert Windows: recovery needs the OEM image or the recovery tool. Any Crestron Windows room can't go passwordless and is listed as an exception. Each phase, two batches A pilot group with both Android and Windows rooms proves the process; the full implementation of every remaining room follows once the pilot is accepted. Teams Rooms project · 03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Two gates and three phases set the route Phase 1 · Passwordless Set up access, tools, recovery kit, baseline Gate 0 rehearse, then go / no-go Pilot group Android and Windows rooms Check: pilot accepted after cleanup Full implementation every remaining room Phase 2 · Cloud identity Gate 1 go / no-go Identity pilot pilot rooms and their RoomLists Check: pilot accepted then the rest Full implementation remaining RoomLists Phase 3 · Retire and close Check: identity accepted and retention ended Retire AD objects direct licences first Close closure checklist Dark boxes are go / no-go gates. Dashed boxes are checks: move on only when they pass. Teams Rooms project · 04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Each gate is passed once, before its phase Gate 0 · before the passwordless pilot Set up done: tools, PIM roles, admin unit, Graph consent, hard-match value recorded, recovery kit Baseline exports filed in 01-Baseline Convert and recover rehearsed on a spare Android device and a spare Windows room Conditional Access checked against Microsoft's supported list Gate 0 pack in 00-Readiness; go / no-go in the change record Gate 1 · after passwordless, before the identity pilot Both Connect Sync servers at 2.6.91.0 or later; connector credential shows Application Domain not federated through AD FS; every room mailbox in Exchange Online No app uses a room password through LDAP or Kerberos No room account holds, or is eligible for, a privileged Entra role Every RoomList and room account in the admin unit RoomList &quot;before&quot; export in 03-Groups; go / no-go in the change record Each batch then records its own go / no-go against its gate in the change record. Teams Rooms project · 05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Each task needs a role, activated first Eligible in PIM: activate, then connect. Activated after connecting? Run Disconnect-MgGraph and connect again. Task Role Pro Management: eligibility, convert, pause an Android version, sign out Teams Administrator, tenant-wide (not unit-scoped) Pro Management: Cleanup password (cloud-managed accounts only) User Administrator, plus Teams Administrator Scramble or reset a password in AD AD password reset rights on the room accounts Identity export, RoomList and account transfer, account rollback Hybrid Identity Administrator, admin-unit scoped RoomList export and checks Exchange Administrator Sign-in and audit logs Reports Reader Tenant sync baseline, hard-match setting Global Administrator Role eligibility, administrative unit members Privileged Role Administrator Graph consent Application Administrator Delta sync, scheduler and connector checks Administrator on the Connect Sync server Windows room PC checks Local administrator on the room PC (ad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A passwordless batch runs in seven steps 1 Prepare Check the register rows. Full only: re-baseline. Block calendars, then send the Notice. 2 Recheck Eligibility (ineligible: leave it out) and live versions. Pause each Android version, never tenant-wide. 3 Go / no-go Gate 0 checklist for these accounts. Write each room’s backout decision point in window-record.txt. 4 Window Rooms out of use. One account at a time (next slide). Close: send Back in service or Overrun. 5 Review Sign-ins and device health for each account. Accept or hold the batch. 6 Clean up Scramble accepted passwords in AD (all still sync). Restart, retest. A sign-in screen: stop. 7 Wrap up Record “password cleaned”. Resume paused versions, except any the full run needs. Pilot: record the release. Identity batches Before: licence-group accounts noted, AD unchanged, Gate 1 still holds. After: sign-ins, accept or hold. Teams Rooms project · 07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The window converts one account at a time 1 · Role active, rooms empty 2 · Next account 3 · Convert one account 4 · Test it Fail Stop, recover, review A failed test pauses the rest of the batch until the decision is in the change record. Pass 5 · File its evidence More accounts? yes: next account None left 6 · Close: send Back in service Test (step 4): healthy in Pro Management, Secured shows Yes, no sign-in prompts, and a test call and the calendar work. Teams Rooms project · 08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Each RoomList moves before its members Part 1 · Each RoomList Convert the RoomList read-back prints True Run a delta sync active server, never staging Check type and members none lost or added Room Finder and a test booking book one room directly Already converted in the identity pilot? Skip to Part 2. Member lost or added: stop all identity work. Part 2 · Its member accounts, one at a time Transfer one account &quot;About to transfer&quot; names the right one Check the flag and audit entry True, then one audit row Sync, then check the sync server blockOnPremisesSync shows true More accounts? Yes: back to Transfer. None left: next RoomList. After the last RoomList: restart and retest every room (a sign-in screen means stop), then send Back in service, or Overrun for a room that isn't ready. Teams Rooms project · 09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A failed test or anything unexpected pauses the batch 1 · Stop Leave the account exactly as it is. Don't start another. Note the time in window-record.txt. 2 · Preserve Before changing anything, save: failure reason (identity: Check that account), sign-ins, device state. 3 · Decide Fix forward only if the cause is understood and fits before the room's backout decision point. Otherwise recover. 4 · Recover Passwordless: device recovery. Identity: the rollback. Both on the next slide. 5 · Overrun If a room won't be ready by the window end, send the Overrun message. 6 · Record The decision goes in the change record. The batch stays stopped until then. Identity: a RoomList member lost or added, an unexpected deletion or a duplicate object stops all identity work. A lost member, deletion or duplicate is raised as a security incident. Teams Rooms project · 10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Each phase has its own way back Passwordless · Android rooms and panels Password scrambled? First reset it to a known value (AD, then a delta sync; or Entra if cloud-managed). Then Pro Management: Rooms › the device › Account › Sign out › Account › Generate code. Passwordless · Windows rooms Sign-out doesn't revert Windows. Use the OEM recovery image, or RecoveryTool.ps1 › Reset PC › Remove everything. Never pick Keep my files. Never reset without running the tool first. A sign-in screen means the device lost its sign-in: never type an old password. A recovered or replaced device gets a password first, then is converted again. Identity · the rollback: members before their RoomList, no other sync-scope changes 1 Relax hard-match (skip 1 and 5 if the baseline says False) › 2 Set the account back to AD › 3 Delta sync › 4 Confirm AD has it back › 5 Restore the recorded hard-match value, whether or not it worked › 6 Record it in the change record InvalidHardMatch or &quot;Hard match operation b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Each room's evidence is filed as you go TeamsRooms-Project/ 00-Readiness/ 01-Baseline/ 02-Passwordless/ Pilot/&lt;RoomId&gt;/ Full/&lt;RoomId&gt;/ 03-Groups/ 04-Identity/ Pilot/&lt;RoomId&gt;/ Full/&lt;RoomId&gt;/ 05-Retirement/ 06-Closure/ File names LOCAL-001_PWL_tests_&lt;yyyymmdd&gt;.csv Pattern &lt;RoomId&gt;_&lt;phase&gt;_&lt;item&gt;_&lt;yyyymmdd&gt;; phase is PWL or IDN Folders Each room: before and after exports, the migration status screenshot, test results, the sign-in export, the audit reference (identity). Each batch: window-record.txt with backout points, decisions and notes. The register One row per room, tracking where it's up to: passwordless, cloud authority accepted, AD independence accepted. Never recorded: passwords, tokens, verification codes. Crop screenshots before filing. Teams Rooms project · 12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Phase 3 retires the listed AD objects Starts only when the identity full implementation is accepted and the change record's retention period has ended. 1 Direct licence on every account Retiring removes it from synced groups, licence groups too. None left AssignedByGroup. 2 Run the dependency checks Cloud identity runbook › AD retirement. Results in 05-Retirement. 3 Retire the listed objects Only the objects on the list. Record each retirement action. 4 Retest every room Acceptance tests on all 50 rooms, filed in 05-Retirement. 5 Update the register AD independence accepted, with the retirement action, on every row. Teams Rooms project · 13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Eight checks close the project Every register row: passwordless, cloud authority and AD independence accepted, or an approved exception Hard-match protection confirmed at its recorded value No project pause left in Pro Management Project role eligibility removed; admin unit deleted if no longer needed; only the project Graph scopes revoked (the app is shared) Run procedures handed over: cloud password reset, device recovery (replacement: password first, then convert), RoomList changes in Exchange Online, licence and Conditional Access monitoring Spare devices and recovery media returned, state recorded Evidence access reduced to the retention owner Closure recorded in the change record Teams Rooms project · 14 / 1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Teams Rooms Project Deck</dc:title>
  <dc:subject/>
  <dc:creator/>
  <cp:lastModifiedBy/>
  <cp:revision>1</cp:revision>
  <dcterms:created xsi:type="dcterms:W3CDTF">2026-10-07T07:34:39Z</dcterms:created>
  <dcterms:modified xsi:type="dcterms:W3CDTF">2026-10-07T07:34:39Z</dcterms:modified>
</cp:coreProperties>
</file>