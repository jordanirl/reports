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1524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7EFA3-60A0-894A-A37C-391A9A9339B7}" v="1266" dt="2026-10-11T23:42:35.973"/>
    <p1510:client id="{914D1906-D36F-4769-BD53-4B4DCFCF0B92}" v="1" dt="2026-10-11T22:46:44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358" autoAdjust="0"/>
    <p:restoredTop sz="94663"/>
  </p:normalViewPr>
  <p:slideViewPr>
    <p:cSldViewPr snapToGrid="0">
      <p:cViewPr>
        <p:scale>
          <a:sx n="100" d="100"/>
          <a:sy n="100" d="100"/>
        </p:scale>
        <p:origin x="1136" y="-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D1331-5752-C248-AE97-EDA51191CA4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0AF83-A6E1-E04E-9CF8-2D38310D4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05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3488" y="1143000"/>
            <a:ext cx="18510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rtrait background">
            <a:extLst>
              <a:ext uri="{FF2B5EF4-FFF2-40B4-BE49-F238E27FC236}">
                <a16:creationId xmlns:a16="http://schemas.microsoft.com/office/drawing/2014/main" id="{604C4B73-E390-F746-8529-4CD33AB4EB0B}"/>
              </a:ext>
            </a:extLst>
          </p:cNvPr>
          <p:cNvSpPr/>
          <p:nvPr/>
        </p:nvSpPr>
        <p:spPr>
          <a:xfrm>
            <a:off x="0" y="0"/>
            <a:ext cx="9144000" cy="1524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op accent">
            <a:extLst>
              <a:ext uri="{FF2B5EF4-FFF2-40B4-BE49-F238E27FC236}">
                <a16:creationId xmlns:a16="http://schemas.microsoft.com/office/drawing/2014/main" id="{8729DCFE-8459-8F4E-AC8C-E3504434BA17}"/>
              </a:ext>
            </a:extLst>
          </p:cNvPr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6264A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ams Rooms label">
            <a:extLst>
              <a:ext uri="{FF2B5EF4-FFF2-40B4-BE49-F238E27FC236}">
                <a16:creationId xmlns:a16="http://schemas.microsoft.com/office/drawing/2014/main" id="{EEB98CA9-0F1F-C646-9D2A-95F4B400C969}"/>
              </a:ext>
            </a:extLst>
          </p:cNvPr>
          <p:cNvSpPr txBox="1"/>
          <p:nvPr/>
        </p:nvSpPr>
        <p:spPr>
          <a:xfrm>
            <a:off x="558800" y="431800"/>
            <a:ext cx="80264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6264A7"/>
                </a:solidFill>
                <a:latin typeface="Segoe UI"/>
                <a:cs typeface="Segoe UI"/>
              </a:rPr>
              <a:t>MICROSOFT TEAMS ROOMS</a:t>
            </a:r>
          </a:p>
        </p:txBody>
      </p:sp>
      <p:sp>
        <p:nvSpPr>
          <p:cNvPr id="13" name="Benefits headline">
            <a:extLst>
              <a:ext uri="{FF2B5EF4-FFF2-40B4-BE49-F238E27FC236}">
                <a16:creationId xmlns:a16="http://schemas.microsoft.com/office/drawing/2014/main" id="{BE7A99B2-1C88-244F-B38C-A84048B6DAFE}"/>
              </a:ext>
            </a:extLst>
          </p:cNvPr>
          <p:cNvSpPr txBox="1"/>
          <p:nvPr/>
        </p:nvSpPr>
        <p:spPr>
          <a:xfrm>
            <a:off x="558800" y="838200"/>
            <a:ext cx="80264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4243A"/>
                </a:solidFill>
                <a:latin typeface="Segoe UI"/>
                <a:cs typeface="Segoe UI"/>
              </a:rPr>
              <a:t>Stronger security.
More resilient rooms.</a:t>
            </a:r>
          </a:p>
        </p:txBody>
      </p:sp>
      <p:sp>
        <p:nvSpPr>
          <p:cNvPr id="14" name="Completed upgrade">
            <a:extLst>
              <a:ext uri="{FF2B5EF4-FFF2-40B4-BE49-F238E27FC236}">
                <a16:creationId xmlns:a16="http://schemas.microsoft.com/office/drawing/2014/main" id="{C0F3672E-020D-5B46-90EB-57C6DC66A8F0}"/>
              </a:ext>
            </a:extLst>
          </p:cNvPr>
          <p:cNvSpPr txBox="1"/>
          <p:nvPr/>
        </p:nvSpPr>
        <p:spPr>
          <a:xfrm>
            <a:off x="558800" y="1993900"/>
            <a:ext cx="80264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616575"/>
                </a:solidFill>
                <a:latin typeface="Segoe UI"/>
                <a:cs typeface="Segoe UI"/>
              </a:rPr>
              <a:t>Resource account classification and passwordless sign-in
are now in place.</a:t>
            </a:r>
          </a:p>
        </p:txBody>
      </p:sp>
      <p:sp>
        <p:nvSpPr>
          <p:cNvPr id="15" name="Resource-aware access heading">
            <a:extLst>
              <a:ext uri="{FF2B5EF4-FFF2-40B4-BE49-F238E27FC236}">
                <a16:creationId xmlns:a16="http://schemas.microsoft.com/office/drawing/2014/main" id="{955EB412-27F8-4046-80E5-5ACEF6E53838}"/>
              </a:ext>
            </a:extLst>
          </p:cNvPr>
          <p:cNvSpPr txBox="1"/>
          <p:nvPr/>
        </p:nvSpPr>
        <p:spPr>
          <a:xfrm>
            <a:off x="558800" y="2895600"/>
            <a:ext cx="80264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4243A"/>
                </a:solidFill>
                <a:latin typeface="Segoe UI"/>
                <a:cs typeface="Segoe UI"/>
              </a:rPr>
              <a:t>01  Tighter access to meeting content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0530E42-FAF9-3346-8F5B-913AE5307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49120"/>
              </p:ext>
            </p:extLst>
          </p:nvPr>
        </p:nvGraphicFramePr>
        <p:xfrm>
          <a:off x="558800" y="3352800"/>
          <a:ext cx="80264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43954405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520807394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41881329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BENEFIT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6264A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BEFORE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7278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AFTER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137B80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37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03627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Resource-aware
governance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Account appears as a
standard Entra user.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Recognised as a shared device
by supported Microsoft 365 services.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343584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Chat privacy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Room account can remain
in meeting chat.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Removed from meeting chat
when the call ends.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0305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Content protection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User-like access to
meeting content.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No access to shared files
or recordings.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6126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E3281ED-24EA-AB43-B3A5-3C9CDDFE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73757"/>
              </p:ext>
            </p:extLst>
          </p:nvPr>
        </p:nvGraphicFramePr>
        <p:xfrm>
          <a:off x="558800" y="6985000"/>
          <a:ext cx="80264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06660609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3868142054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150162051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BENEFIT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6264A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BEFORE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7278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AFTER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137B80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37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1217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Device-bound
credentials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Stored username and
password credentials.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Secure token tied to the device;
not transferable to another device.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586877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Password-change
resilience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Changing the password
can interrupt room sign-in.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The room stays signed in when
the account password changes.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78683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Automatic
re-authentication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Recovery may need
manual sign-in.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Re-authentication attempts
without manually signing in.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81698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C766DBD-E4CB-AA46-A4F5-737EF5FA3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689577"/>
              </p:ext>
            </p:extLst>
          </p:nvPr>
        </p:nvGraphicFramePr>
        <p:xfrm>
          <a:off x="558800" y="10617200"/>
          <a:ext cx="80264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50611041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155906752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36979804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BENEFIT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6264A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BEFORE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7278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AFTER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137B80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37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4276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Less password
administration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Device passwords must be
handled and re-entered.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No routine password handling
for the migrated device.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193848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Credential
visibility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Authentication centres
on the account password.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Admins can see the mapping
between devices and credentials.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864908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US" sz="1350" b="1">
                          <a:solidFill>
                            <a:srgbClr val="38386B"/>
                          </a:solidFill>
                          <a:latin typeface="Segoe UI"/>
                          <a:cs typeface="Segoe UI"/>
                        </a:rPr>
                        <a:t>Targeted device
revocation</a:t>
                      </a:r>
                    </a:p>
                  </a:txBody>
                  <a:tcPr marL="152400" marR="114300" marT="76200" marB="7620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EF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535B6D"/>
                          </a:solidFill>
                          <a:latin typeface="Segoe UI"/>
                          <a:cs typeface="Segoe UI"/>
                        </a:rPr>
                        <a:t>Password changes act at
the account level.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F4F5F8"/>
                      </a:solidFill>
                    </a:lnL>
                    <a:lnR w="6350">
                      <a:solidFill>
                        <a:srgbClr val="F4F5F8"/>
                      </a:solidFill>
                    </a:lnR>
                    <a:lnT w="6350">
                      <a:solidFill>
                        <a:srgbClr val="F4F5F8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0">
                          <a:solidFill>
                            <a:srgbClr val="164D50"/>
                          </a:solidFill>
                          <a:latin typeface="Segoe UI"/>
                          <a:cs typeface="Segoe UI"/>
                        </a:rPr>
                        <a:t>Delete one Entra device to revoke
its token at next refresh;
other devices are unaffected.</a:t>
                      </a:r>
                    </a:p>
                  </a:txBody>
                  <a:tcPr marL="152400" marR="152400" marT="76200" marB="76200" anchor="ctr">
                    <a:lnL w="6350">
                      <a:solidFill>
                        <a:srgbClr val="EEF7F6"/>
                      </a:solidFill>
                    </a:lnL>
                    <a:lnR w="6350">
                      <a:solidFill>
                        <a:srgbClr val="EEF7F6"/>
                      </a:solidFill>
                    </a:lnR>
                    <a:lnT w="6350">
                      <a:solidFill>
                        <a:srgbClr val="EEF7F6"/>
                      </a:solidFill>
                    </a:lnT>
                    <a:lnB w="6350">
                      <a:solidFill>
                        <a:srgbClr val="DDE2E7"/>
                      </a:solidFill>
                    </a:lnB>
                    <a:solidFill>
                      <a:srgbClr val="EE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904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8E44B54-9E3F-C64E-8A6C-7B1B27352606}"/>
              </a:ext>
            </a:extLst>
          </p:cNvPr>
          <p:cNvSpPr txBox="1"/>
          <p:nvPr/>
        </p:nvSpPr>
        <p:spPr>
          <a:xfrm>
            <a:off x="558800" y="6527800"/>
            <a:ext cx="80264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4243A"/>
                </a:solidFill>
                <a:latin typeface="Segoe UI"/>
                <a:cs typeface="Segoe UI"/>
              </a:rPr>
              <a:t>02  Stronger, more resilient sign-in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A68EE2-1816-3944-8B39-765355ED75D9}"/>
              </a:ext>
            </a:extLst>
          </p:cNvPr>
          <p:cNvSpPr txBox="1"/>
          <p:nvPr/>
        </p:nvSpPr>
        <p:spPr>
          <a:xfrm>
            <a:off x="558800" y="10160000"/>
            <a:ext cx="80264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4243A"/>
                </a:solidFill>
                <a:latin typeface="Segoe UI"/>
                <a:cs typeface="Segoe UI"/>
              </a:rPr>
              <a:t>03  Simpler device administration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E874A3-A797-5A4F-874B-4E006050FE28}"/>
              </a:ext>
            </a:extLst>
          </p:cNvPr>
          <p:cNvSpPr/>
          <p:nvPr/>
        </p:nvSpPr>
        <p:spPr>
          <a:xfrm>
            <a:off x="558800" y="13741400"/>
            <a:ext cx="8026400" cy="25400"/>
          </a:xfrm>
          <a:prstGeom prst="rect">
            <a:avLst/>
          </a:prstGeom>
          <a:solidFill>
            <a:srgbClr val="137B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97A995-84A9-4143-87AC-07B01BDAD3DF}"/>
              </a:ext>
            </a:extLst>
          </p:cNvPr>
          <p:cNvSpPr txBox="1"/>
          <p:nvPr/>
        </p:nvSpPr>
        <p:spPr>
          <a:xfrm>
            <a:off x="558800" y="13919200"/>
            <a:ext cx="80264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37B80"/>
                </a:solidFill>
                <a:latin typeface="Segoe UI"/>
                <a:cs typeface="Segoe UI"/>
              </a:rPr>
              <a:t>Same meeting experience.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FEEE6C-CBD6-724D-A28E-70589ADA2644}"/>
              </a:ext>
            </a:extLst>
          </p:cNvPr>
          <p:cNvSpPr txBox="1"/>
          <p:nvPr/>
        </p:nvSpPr>
        <p:spPr>
          <a:xfrm>
            <a:off x="558800" y="14274800"/>
            <a:ext cx="802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616575"/>
                </a:solidFill>
                <a:latin typeface="Segoe UI"/>
                <a:cs typeface="Segoe UI"/>
              </a:rPr>
              <a:t>Meeting and calling functions are unchanged.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3621E0-DEEB-4848-B397-C494AB310C13}"/>
              </a:ext>
            </a:extLst>
          </p:cNvPr>
          <p:cNvSpPr txBox="1"/>
          <p:nvPr/>
        </p:nvSpPr>
        <p:spPr>
          <a:xfrm>
            <a:off x="558800" y="14732000"/>
            <a:ext cx="8026400" cy="4154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>
                <a:solidFill>
                  <a:srgbClr val="777B87"/>
                </a:solidFill>
                <a:latin typeface="Segoe UI"/>
                <a:cs typeface="Segoe UI"/>
              </a:rPr>
              <a:t>Sources: Microsoft Learn — Set as a Resource Accounts for Shared Devices; Transition to Password-less Teams Shared Device Resource Accounts.</a:t>
            </a:r>
          </a:p>
        </p:txBody>
      </p:sp>
      <p:sp>
        <p:nvSpPr>
          <p:cNvPr id="29" name="Before–After header gutter 264">
            <a:extLst>
              <a:ext uri="{FF2B5EF4-FFF2-40B4-BE49-F238E27FC236}">
                <a16:creationId xmlns:a16="http://schemas.microsoft.com/office/drawing/2014/main" id="{0DB0F2D9-50BD-D44A-88AC-C448CF385884}"/>
              </a:ext>
            </a:extLst>
          </p:cNvPr>
          <p:cNvSpPr/>
          <p:nvPr/>
        </p:nvSpPr>
        <p:spPr>
          <a:xfrm>
            <a:off x="5200650" y="3352800"/>
            <a:ext cx="127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Before–After header gutter 550">
            <a:extLst>
              <a:ext uri="{FF2B5EF4-FFF2-40B4-BE49-F238E27FC236}">
                <a16:creationId xmlns:a16="http://schemas.microsoft.com/office/drawing/2014/main" id="{8BC0266C-6329-F74F-A260-21C2A05AF639}"/>
              </a:ext>
            </a:extLst>
          </p:cNvPr>
          <p:cNvSpPr/>
          <p:nvPr/>
        </p:nvSpPr>
        <p:spPr>
          <a:xfrm>
            <a:off x="5200650" y="6985000"/>
            <a:ext cx="127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Before–After header gutter 836">
            <a:extLst>
              <a:ext uri="{FF2B5EF4-FFF2-40B4-BE49-F238E27FC236}">
                <a16:creationId xmlns:a16="http://schemas.microsoft.com/office/drawing/2014/main" id="{BF0089BC-88F8-0847-A69E-FFE3ACF74536}"/>
              </a:ext>
            </a:extLst>
          </p:cNvPr>
          <p:cNvSpPr/>
          <p:nvPr/>
        </p:nvSpPr>
        <p:spPr>
          <a:xfrm>
            <a:off x="5200650" y="10617200"/>
            <a:ext cx="127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D359F8F-FFEF-4D8F-98B9-5F9D8468B667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06c4d250-0631-4a3f-8805-89b70a63834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2A91DF6-CEAC-4360-A4C7-E494B70E5AD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1df11917-c273-4e46-aa14-2c7f7ca00389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defa4170-0d19-0005-0004-bc88714345d2}" enabled="1" method="Standard" siteId="{3ca763fb-b8ea-4f1a-aef0-68b89faa13c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289</Words>
  <Application>Microsoft Macintosh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Flynn</dc:creator>
  <cp:lastModifiedBy>Jordan Flynn</cp:lastModifiedBy>
  <cp:revision>9</cp:revision>
  <dcterms:created xsi:type="dcterms:W3CDTF">2026-10-11T22:45:36Z</dcterms:created>
  <dcterms:modified xsi:type="dcterms:W3CDTF">2026-10-11T23:42:35Z</dcterms:modified>
</cp:coreProperties>
</file>